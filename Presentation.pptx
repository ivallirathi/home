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90" r:id="rId4"/>
    <p:sldId id="289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80" r:id="rId27"/>
    <p:sldId id="281" r:id="rId28"/>
    <p:sldId id="285" r:id="rId29"/>
    <p:sldId id="286" r:id="rId30"/>
    <p:sldId id="287" r:id="rId31"/>
    <p:sldId id="279" r:id="rId32"/>
    <p:sldId id="284" r:id="rId33"/>
    <p:sldId id="282" r:id="rId34"/>
    <p:sldId id="283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097F-4067-4BA1-82AC-E4B94A7932D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097F-4067-4BA1-82AC-E4B94A7932D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724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097F-4067-4BA1-82AC-E4B94A7932D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056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097F-4067-4BA1-82AC-E4B94A7932D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392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097F-4067-4BA1-82AC-E4B94A7932D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325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097F-4067-4BA1-82AC-E4B94A7932D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431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097F-4067-4BA1-82AC-E4B94A7932D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439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097F-4067-4BA1-82AC-E4B94A7932D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874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097F-4067-4BA1-82AC-E4B94A7932D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510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097F-4067-4BA1-82AC-E4B94A7932D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51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097F-4067-4BA1-82AC-E4B94A7932D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041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4097F-4067-4BA1-82AC-E4B94A7932D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87438-090D-45AD-8E50-D5D30B379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361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about Theory of Computation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372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BEABD-DBC8-A49D-AB2B-F0C1DD6C7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A37A9-417C-0EAC-78FF-C1C795BA6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ddfdffddf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761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924BA-0167-0994-A5BA-73A84A7AA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A4DED-7154-D703-4CE9-346EE1CFB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dddddd</a:t>
            </a:r>
          </a:p>
        </p:txBody>
      </p:sp>
    </p:spTree>
    <p:extLst>
      <p:ext uri="{BB962C8B-B14F-4D97-AF65-F5344CB8AC3E}">
        <p14:creationId xmlns:p14="http://schemas.microsoft.com/office/powerpoint/2010/main" val="409281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EFF74-16DF-5164-92B6-AED46E712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16A7C-98BB-43AC-FEFB-DC74C1EE3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93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695325"/>
            <a:ext cx="7962900" cy="546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5897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481013"/>
            <a:ext cx="8343900" cy="589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5642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585788"/>
            <a:ext cx="8277225" cy="568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5971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514350"/>
            <a:ext cx="8353425" cy="582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663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614363"/>
            <a:ext cx="8372475" cy="562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5974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395413"/>
            <a:ext cx="7981950" cy="406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092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685800"/>
            <a:ext cx="7934325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8788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285750"/>
            <a:ext cx="8162925" cy="628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9591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319088"/>
            <a:ext cx="8086725" cy="621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8978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3" y="309563"/>
            <a:ext cx="8029575" cy="623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9018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3" y="376238"/>
            <a:ext cx="8029575" cy="610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1869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371475"/>
            <a:ext cx="8086725" cy="611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5132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628650"/>
            <a:ext cx="7200900" cy="560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4581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57188"/>
            <a:ext cx="8077200" cy="614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1456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847725"/>
            <a:ext cx="8458200" cy="516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1014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1271588"/>
            <a:ext cx="7915275" cy="431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5201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585788"/>
            <a:ext cx="7343775" cy="568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1567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338138"/>
            <a:ext cx="7800975" cy="618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1203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390525"/>
            <a:ext cx="8134350" cy="607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0861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33388"/>
            <a:ext cx="8229600" cy="599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09345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95574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US" dirty="0"/>
              <a:t> </a:t>
            </a:r>
            <a:r>
              <a:rPr lang="en-US" b="1" dirty="0"/>
              <a:t>UNIT I - AUTOMATA AND REGULAR EXPRESSIONS </a:t>
            </a:r>
            <a:r>
              <a:rPr lang="en-US" dirty="0"/>
              <a:t>	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544" y="3645024"/>
            <a:ext cx="8424936" cy="295232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1. </a:t>
            </a:r>
            <a:r>
              <a:rPr lang="en-IN" dirty="0">
                <a:solidFill>
                  <a:schemeClr val="tx1"/>
                </a:solidFill>
              </a:rPr>
              <a:t>formal proof </a:t>
            </a:r>
          </a:p>
          <a:p>
            <a:pPr algn="l"/>
            <a:r>
              <a:rPr lang="en-IN" dirty="0">
                <a:solidFill>
                  <a:schemeClr val="tx1"/>
                </a:solidFill>
              </a:rPr>
              <a:t>2.Deterministic Finite Automata (DFA)  - 	MINIMIZED D</a:t>
            </a:r>
          </a:p>
          <a:p>
            <a:pPr algn="l"/>
            <a:r>
              <a:rPr lang="en-IN" dirty="0">
                <a:solidFill>
                  <a:schemeClr val="tx1"/>
                </a:solidFill>
              </a:rPr>
              <a:t>3.Non-deterministic Finite Automata (NFA) - convert NFA TO DFA 	</a:t>
            </a:r>
          </a:p>
          <a:p>
            <a:pPr algn="l"/>
            <a:r>
              <a:rPr lang="en-IN" dirty="0">
                <a:solidFill>
                  <a:schemeClr val="tx1"/>
                </a:solidFill>
              </a:rPr>
              <a:t>4. </a:t>
            </a:r>
            <a:r>
              <a:rPr lang="en-US" dirty="0">
                <a:solidFill>
                  <a:schemeClr val="tx1"/>
                </a:solidFill>
              </a:rPr>
              <a:t>NFA WITH EPCILON  TO with out </a:t>
            </a:r>
            <a:r>
              <a:rPr lang="en-US" dirty="0" err="1">
                <a:solidFill>
                  <a:schemeClr val="tx1"/>
                </a:solidFill>
              </a:rPr>
              <a:t>epcilon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2797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US" dirty="0"/>
              <a:t> </a:t>
            </a:r>
            <a:r>
              <a:rPr lang="en-US" b="1" dirty="0"/>
              <a:t>UNIT II - REGULAR EXPRESSIONS AND LANGUAGES </a:t>
            </a:r>
            <a:r>
              <a:rPr lang="en-US" dirty="0"/>
              <a:t>	</a:t>
            </a:r>
            <a:br>
              <a:rPr lang="en-US" dirty="0"/>
            </a:br>
            <a:br>
              <a:rPr lang="en-IN" dirty="0"/>
            </a:br>
            <a:r>
              <a:rPr lang="en-IN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1.Regular Expressions 	</a:t>
            </a:r>
          </a:p>
          <a:p>
            <a:pPr marL="0" indent="0">
              <a:buNone/>
            </a:pPr>
            <a:r>
              <a:rPr lang="en-IN" dirty="0"/>
              <a:t>2. Properties of Regular Languages 	</a:t>
            </a:r>
            <a:br>
              <a:rPr lang="en-IN" dirty="0"/>
            </a:br>
            <a:r>
              <a:rPr lang="en-IN" dirty="0"/>
              <a:t> 3. Pumping Lemma 	</a:t>
            </a:r>
            <a:br>
              <a:rPr lang="en-IN" dirty="0"/>
            </a:br>
            <a:r>
              <a:rPr lang="en-IN" dirty="0"/>
              <a:t>4.</a:t>
            </a:r>
            <a:r>
              <a:rPr lang="en-US" dirty="0"/>
              <a:t> Closure properties of regular languages. 	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94179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US" dirty="0"/>
              <a:t> </a:t>
            </a:r>
            <a:r>
              <a:rPr lang="en-US" b="1" dirty="0"/>
              <a:t>UNIT III - CONTEXT FREE GRAMMAR AND PUSH DOWN AUTOMATA </a:t>
            </a:r>
            <a:r>
              <a:rPr lang="en-US" dirty="0"/>
              <a:t>	</a:t>
            </a:r>
            <a:br>
              <a:rPr lang="en-US" dirty="0"/>
            </a:br>
            <a:r>
              <a:rPr lang="en-US" dirty="0"/>
              <a:t>	</a:t>
            </a:r>
            <a:br>
              <a:rPr lang="en-US" dirty="0"/>
            </a:br>
            <a:br>
              <a:rPr lang="en-IN" dirty="0"/>
            </a:br>
            <a:r>
              <a:rPr lang="en-IN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1. Context-Free Grammars and Languages 	</a:t>
            </a:r>
          </a:p>
          <a:p>
            <a:pPr marL="0" indent="0">
              <a:buNone/>
            </a:pPr>
            <a:r>
              <a:rPr lang="en-IN" dirty="0"/>
              <a:t>2. Ambiguity in grammars 	</a:t>
            </a:r>
          </a:p>
          <a:p>
            <a:pPr marL="0" indent="0">
              <a:buNone/>
            </a:pPr>
            <a:r>
              <a:rPr lang="en-IN" dirty="0"/>
              <a:t> 3. Push Down Automata 	</a:t>
            </a:r>
          </a:p>
          <a:p>
            <a:pPr marL="0" indent="0">
              <a:buNone/>
            </a:pPr>
            <a:r>
              <a:rPr lang="en-IN" dirty="0"/>
              <a:t>4.</a:t>
            </a:r>
            <a:r>
              <a:rPr lang="en-US" dirty="0"/>
              <a:t> Equivalence of PDA's and CFG's 	</a:t>
            </a:r>
          </a:p>
          <a:p>
            <a:pPr marL="0" indent="0">
              <a:buNone/>
            </a:pPr>
            <a:r>
              <a:rPr lang="en-IN" dirty="0"/>
              <a:t>5. Deterministic Pushdown Automata 	</a:t>
            </a:r>
          </a:p>
          <a:p>
            <a:pPr marL="0" indent="0">
              <a:buNone/>
            </a:pPr>
            <a:r>
              <a:rPr lang="en-US" dirty="0"/>
              <a:t>	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3370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/>
              <a:t>UNIT IV - NORMAL FORMS AND TURING MACHINES </a:t>
            </a:r>
            <a:r>
              <a:rPr lang="en-US" dirty="0"/>
              <a:t>	</a:t>
            </a:r>
            <a:br>
              <a:rPr lang="en-US" dirty="0"/>
            </a:br>
            <a:r>
              <a:rPr lang="en-US" dirty="0"/>
              <a:t>	</a:t>
            </a:r>
            <a:br>
              <a:rPr lang="en-US" dirty="0"/>
            </a:br>
            <a:r>
              <a:rPr lang="en-US" dirty="0"/>
              <a:t>	</a:t>
            </a:r>
            <a:br>
              <a:rPr lang="en-US" dirty="0"/>
            </a:br>
            <a:br>
              <a:rPr lang="en-IN" dirty="0"/>
            </a:br>
            <a:r>
              <a:rPr lang="en-IN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1. Chomsky Normal Form (CNF 	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pPr marL="0" indent="0">
              <a:buNone/>
            </a:pPr>
            <a:r>
              <a:rPr lang="en-IN" dirty="0"/>
              <a:t>2. </a:t>
            </a:r>
            <a:r>
              <a:rPr lang="en-IN" dirty="0" err="1"/>
              <a:t>Greibach</a:t>
            </a:r>
            <a:r>
              <a:rPr lang="en-IN" dirty="0"/>
              <a:t> Normal Form (GNF) 	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pPr marL="0" indent="0">
              <a:buNone/>
            </a:pPr>
            <a:r>
              <a:rPr lang="en-IN" dirty="0"/>
              <a:t> 3. Turing Machine 	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10370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IN" b="1" dirty="0"/>
              <a:t>UNIT V - UNDECIDABILITY </a:t>
            </a:r>
            <a:r>
              <a:rPr lang="en-IN" dirty="0"/>
              <a:t>	</a:t>
            </a:r>
            <a:br>
              <a:rPr lang="en-IN" dirty="0"/>
            </a:br>
            <a:r>
              <a:rPr lang="en-US" dirty="0"/>
              <a:t>	</a:t>
            </a:r>
            <a:br>
              <a:rPr lang="en-US" dirty="0"/>
            </a:br>
            <a:r>
              <a:rPr lang="en-US" dirty="0"/>
              <a:t>	</a:t>
            </a:r>
            <a:br>
              <a:rPr lang="en-US" dirty="0"/>
            </a:br>
            <a:r>
              <a:rPr lang="en-US" dirty="0"/>
              <a:t>	</a:t>
            </a:r>
            <a:br>
              <a:rPr lang="en-US" dirty="0"/>
            </a:br>
            <a:br>
              <a:rPr lang="en-IN" dirty="0"/>
            </a:br>
            <a:r>
              <a:rPr lang="en-IN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1. </a:t>
            </a:r>
            <a:r>
              <a:rPr lang="en-US" dirty="0"/>
              <a:t>A Language that is Not Recursively Enumerable 	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pPr marL="0" indent="0">
              <a:buNone/>
            </a:pPr>
            <a:r>
              <a:rPr lang="en-IN" dirty="0"/>
              <a:t>2. Post's Correspondence Problem (PCP) 	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pPr marL="0" indent="0">
              <a:buNone/>
            </a:pPr>
            <a:r>
              <a:rPr lang="en-IN" dirty="0"/>
              <a:t> 3. </a:t>
            </a:r>
            <a:r>
              <a:rPr lang="en-US" dirty="0"/>
              <a:t>Recursive and recursively enumerable languages 	</a:t>
            </a:r>
          </a:p>
          <a:p>
            <a:pPr marL="0" indent="0">
              <a:buNone/>
            </a:pPr>
            <a:r>
              <a:rPr lang="en-IN"/>
              <a:t>4. NP completeness Problem 	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35358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6550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5636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8120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4261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264</Words>
  <Application>Microsoft Office PowerPoint</Application>
  <PresentationFormat>On-screen Show (4:3)</PresentationFormat>
  <Paragraphs>38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Introduction about Theory of Computation</vt:lpstr>
      <vt:lpstr>PowerPoint Presentation</vt:lpstr>
      <vt:lpstr>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UNIT I - AUTOMATA AND REGULAR EXPRESSIONS   </vt:lpstr>
      <vt:lpstr>  UNIT II - REGULAR EXPRESSIONS AND LANGUAGES     </vt:lpstr>
      <vt:lpstr>  UNIT III - CONTEXT FREE GRAMMAR AND PUSH DOWN AUTOMATA       </vt:lpstr>
      <vt:lpstr>     UNIT IV - NORMAL FORMS AND TURING MACHINES         </vt:lpstr>
      <vt:lpstr>     UNIT V - UNDECIDABILITY          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rohini</cp:lastModifiedBy>
  <cp:revision>8</cp:revision>
  <dcterms:created xsi:type="dcterms:W3CDTF">2025-12-07T16:52:24Z</dcterms:created>
  <dcterms:modified xsi:type="dcterms:W3CDTF">2025-12-20T09:46:20Z</dcterms:modified>
</cp:coreProperties>
</file>